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al Black" panose="020B0A04020102020204" pitchFamily="34" charset="0"/>
      <p:bold r:id="rId13"/>
    </p:embeddedFont>
    <p:embeddedFont>
      <p:font typeface="Segoe UI Black" panose="020B0A02040204020203" pitchFamily="34" charset="0"/>
      <p:bold r:id="rId14"/>
      <p:boldItalic r:id="rId15"/>
    </p:embeddedFont>
    <p:embeddedFont>
      <p:font typeface="Sitka Text Semibold" pitchFamily="2" charset="0"/>
      <p:bold r:id="rId16"/>
      <p:bold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907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224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428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2807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741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097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80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6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52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763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577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5087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01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5950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803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67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5320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32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5378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8424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957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657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7441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4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0913" y="970658"/>
            <a:ext cx="4754880" cy="283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i="1" dirty="0">
                <a:solidFill>
                  <a:srgbClr val="000000"/>
                </a:solidFill>
                <a:latin typeface="Sitka Text Semibold" pitchFamily="2" charset="0"/>
                <a:ea typeface="Inter Bold" pitchFamily="34" charset="-122"/>
                <a:cs typeface="Inter Bold" pitchFamily="34" charset="-120"/>
              </a:rPr>
              <a:t>First Naukri: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Sitka Text Semibold" pitchFamily="2" charset="0"/>
                <a:ea typeface="Inter Bold" pitchFamily="34" charset="-122"/>
                <a:cs typeface="Inter Bold" pitchFamily="34" charset="-120"/>
              </a:rPr>
              <a:t>From Campus to Corporate</a:t>
            </a:r>
            <a:endParaRPr lang="en-US" sz="5400" dirty="0">
              <a:latin typeface="Sitka Text Semi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930491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u="sng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Submitted by -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548545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Urvi 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2310997358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166598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Vanshika Chawla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2310997319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5784652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Swastik Arora 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2310997293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E7B467-69DD-2B45-D270-8EF2DF2A55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96" r="10208"/>
          <a:stretch>
            <a:fillRect/>
          </a:stretch>
        </p:blipFill>
        <p:spPr>
          <a:xfrm>
            <a:off x="6139598" y="543255"/>
            <a:ext cx="7801935" cy="6623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796066"/>
            <a:ext cx="5670590" cy="54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Problem Statement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75B90D-5728-7EE4-D90B-1D1C518C864B}"/>
              </a:ext>
            </a:extLst>
          </p:cNvPr>
          <p:cNvGrpSpPr/>
          <p:nvPr/>
        </p:nvGrpSpPr>
        <p:grpSpPr>
          <a:xfrm>
            <a:off x="495685" y="2509111"/>
            <a:ext cx="13598149" cy="3211377"/>
            <a:chOff x="763310" y="3286243"/>
            <a:chExt cx="13073181" cy="2819520"/>
          </a:xfrm>
        </p:grpSpPr>
        <p:sp>
          <p:nvSpPr>
            <p:cNvPr id="3" name="Shape 1"/>
            <p:cNvSpPr/>
            <p:nvPr/>
          </p:nvSpPr>
          <p:spPr>
            <a:xfrm>
              <a:off x="861477" y="3286243"/>
              <a:ext cx="4196358" cy="2819519"/>
            </a:xfrm>
            <a:prstGeom prst="roundRect">
              <a:avLst>
                <a:gd name="adj" fmla="val 5189"/>
              </a:avLst>
            </a:prstGeom>
            <a:solidFill>
              <a:srgbClr val="F3F3F2"/>
            </a:solidFill>
            <a:ln w="30480">
              <a:solidFill>
                <a:srgbClr val="C0C1D7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763310" y="3286244"/>
              <a:ext cx="121920" cy="2819519"/>
            </a:xfrm>
            <a:prstGeom prst="roundRect">
              <a:avLst>
                <a:gd name="adj" fmla="val 78139"/>
              </a:avLst>
            </a:prstGeom>
            <a:solidFill>
              <a:srgbClr val="4950BC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1142524" y="354353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Freshers Struggle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142524" y="4033957"/>
              <a:ext cx="3590330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Entry level job seekers face difficulty finding relevant opportunities tailored to their skill level and educational background.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Shape 5"/>
            <p:cNvSpPr/>
            <p:nvPr/>
          </p:nvSpPr>
          <p:spPr>
            <a:xfrm>
              <a:off x="5216962" y="3286244"/>
              <a:ext cx="4196358" cy="2819519"/>
            </a:xfrm>
            <a:prstGeom prst="roundRect">
              <a:avLst>
                <a:gd name="adj" fmla="val 5189"/>
              </a:avLst>
            </a:prstGeom>
            <a:solidFill>
              <a:srgbClr val="F3F3F2"/>
            </a:solidFill>
            <a:ln w="30480">
              <a:solidFill>
                <a:srgbClr val="C0C1D7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5186482" y="3286244"/>
              <a:ext cx="121920" cy="2819519"/>
            </a:xfrm>
            <a:prstGeom prst="roundRect">
              <a:avLst>
                <a:gd name="adj" fmla="val 78139"/>
              </a:avLst>
            </a:prstGeom>
            <a:solidFill>
              <a:srgbClr val="4950BC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5565696" y="3543538"/>
              <a:ext cx="289500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Recruiter Challenges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565696" y="4033957"/>
              <a:ext cx="3590330" cy="14516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Employers struggle to identify and connect with qualified fresh graduates who match their specific requirements.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9640133" y="3286244"/>
              <a:ext cx="4196358" cy="2819519"/>
            </a:xfrm>
            <a:prstGeom prst="roundRect">
              <a:avLst>
                <a:gd name="adj" fmla="val 5189"/>
              </a:avLst>
            </a:prstGeom>
            <a:solidFill>
              <a:srgbClr val="F3F3F2"/>
            </a:solidFill>
            <a:ln w="30480">
              <a:solidFill>
                <a:srgbClr val="C0C1D7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9609653" y="3286244"/>
              <a:ext cx="121920" cy="2819519"/>
            </a:xfrm>
            <a:prstGeom prst="roundRect">
              <a:avLst>
                <a:gd name="adj" fmla="val 78139"/>
              </a:avLst>
            </a:prstGeom>
            <a:solidFill>
              <a:srgbClr val="4950BC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9988868" y="354353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800" b="1" dirty="0">
                  <a:solidFill>
                    <a:srgbClr val="272525"/>
                  </a:solidFill>
                  <a:latin typeface="Times New Roman" panose="02020603050405020304" pitchFamily="18" charset="0"/>
                  <a:ea typeface="Inter Bold" pitchFamily="34" charset="-122"/>
                  <a:cs typeface="Times New Roman" panose="02020603050405020304" pitchFamily="18" charset="0"/>
                </a:rPr>
                <a:t>Generic Platforms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9988868" y="4033957"/>
              <a:ext cx="3590330" cy="18145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2000" dirty="0">
                  <a:solidFill>
                    <a:srgbClr val="272525"/>
                  </a:solidFill>
                  <a:latin typeface="Times New Roman" panose="02020603050405020304" pitchFamily="18" charset="0"/>
                  <a:ea typeface="Inter" pitchFamily="34" charset="-122"/>
                  <a:cs typeface="Times New Roman" panose="02020603050405020304" pitchFamily="18" charset="0"/>
                </a:rPr>
                <a:t>Existing job portals are too general and lack specialized focus on fresher recruitment and campus-to-corporate transition and resume based analysis.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642580"/>
            <a:ext cx="5582722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Project Overview</a:t>
            </a:r>
            <a:endParaRPr lang="en-US" sz="43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1526" y="1780103"/>
            <a:ext cx="1306734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1526" y="2579727"/>
            <a:ext cx="8166854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23" y="1675687"/>
            <a:ext cx="8615446" cy="44192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96971" y="1675687"/>
            <a:ext cx="4717061" cy="141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First Naukri is a web-based job portal designed specifically to bridge the gap between fresh graduates and entry-level opportunities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396972" y="3459124"/>
            <a:ext cx="4355544" cy="26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Separate login systems for students and recruiters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Centralized platform for job posting and applications.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20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Resume analyzer for job recommendations and better analysiis according to skills.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1526" y="7238167"/>
            <a:ext cx="279130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2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Work Done So Far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4950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Homepage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Clean, intuitive design with navigation menu and featured job listings displayed prominently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Authentication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Complete login and signup system with role-based access control for students and recruiters</a:t>
            </a:r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Dashboards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61658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 and recruiter dashboards with personalized content and functionality</a:t>
            </a:r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rial Black" panose="020B0A04020102020204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2200" dirty="0">
              <a:latin typeface="Arial Black" panose="020B0A04020102020204" pitchFamily="34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Basic database connectivity established with user data storage and retrieval capabilities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0924"/>
            <a:ext cx="66490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Individual Contributions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843332"/>
            <a:ext cx="13042821" cy="3705225"/>
          </a:xfrm>
          <a:prstGeom prst="roundRect">
            <a:avLst>
              <a:gd name="adj" fmla="val 257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85095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343" y="2994660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Team Member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88988" y="2994660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48606" y="2994660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Key Responsibilities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350127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644979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Urvi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88988" y="3644979"/>
            <a:ext cx="409836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Login/Sign-up page and Landing page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48606" y="3644979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UI design, homepage layout, login page 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1410" y="4514493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65820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Swastik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88988" y="4658201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Recruiter 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48606" y="4658201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Recruiter interface, post jobs and schedule interviews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01410" y="552771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28343" y="56714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Vanshika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88988" y="5671423"/>
            <a:ext cx="40983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Student dashboard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48606" y="5671423"/>
            <a:ext cx="47535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Resume analyzer and Students can apply jobs.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3653" y="68368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Main Landing Page 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58" y="2455861"/>
            <a:ext cx="6834427" cy="349587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552" y="2455861"/>
            <a:ext cx="6388814" cy="35791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937790" y="2147173"/>
            <a:ext cx="3898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Login &amp; Signup 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937790" y="3904893"/>
            <a:ext cx="3898821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Role-based authentication system with separate login flows for students and recruiters. Clean, user-friendly interface with form validation and secure credential handling.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D56B1-A95B-38B3-3C2E-67A91A971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07" t="8029" r="6798" b="7490"/>
          <a:stretch>
            <a:fillRect/>
          </a:stretch>
        </p:blipFill>
        <p:spPr>
          <a:xfrm>
            <a:off x="570155" y="1420009"/>
            <a:ext cx="8950361" cy="5593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910" y="744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Student Dashboard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68" y="2226833"/>
            <a:ext cx="6985232" cy="317152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784" y="2263493"/>
            <a:ext cx="6937648" cy="31715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668" y="668844"/>
            <a:ext cx="5702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Recruiter Dashboard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71" y="2388197"/>
            <a:ext cx="7055308" cy="322531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822" y="2393576"/>
            <a:ext cx="7216566" cy="32253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6527"/>
            <a:ext cx="10006888" cy="624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u="sng" dirty="0">
                <a:solidFill>
                  <a:srgbClr val="00000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Inter Bold" pitchFamily="34" charset="-120"/>
              </a:rPr>
              <a:t>Future Enhancements &amp; Conclusion</a:t>
            </a:r>
            <a:endParaRPr lang="en-US" sz="445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9878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Future Features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569018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AI-based job recommendations using machine learning algorithms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Resume upload and automated parsing functionality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Real-time notification system for new opportunities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Mobile-responsive design for cross-platform accessibility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29878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 pitchFamily="34" charset="-122"/>
                <a:cs typeface="Times New Roman" panose="02020603050405020304" pitchFamily="18" charset="0"/>
              </a:rPr>
              <a:t>Project Impact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356901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First Naukri successfully addresses the gap between fresh graduates and entry-level positions, providing a specialized platform that benefits both job seekers and employers through streamlined matching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91901" y="570890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BC8F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Key Achievements:</a:t>
            </a:r>
            <a:r>
              <a:rPr lang="en-US" sz="2400" dirty="0">
                <a:solidFill>
                  <a:srgbClr val="272525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Practical implementation of full-stack web development concepts, database management, and user authentication systems.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1247</TotalTime>
  <Words>353</Words>
  <Application>Microsoft Office PowerPoint</Application>
  <PresentationFormat>Custom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Arial</vt:lpstr>
      <vt:lpstr>Calibri Light</vt:lpstr>
      <vt:lpstr>Arial Black</vt:lpstr>
      <vt:lpstr>Sitka Text Semibold</vt:lpstr>
      <vt:lpstr>Times New Roman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Vivek Arora</cp:lastModifiedBy>
  <cp:revision>5</cp:revision>
  <dcterms:created xsi:type="dcterms:W3CDTF">2026-03-18T13:35:02Z</dcterms:created>
  <dcterms:modified xsi:type="dcterms:W3CDTF">2026-03-20T04:47:51Z</dcterms:modified>
</cp:coreProperties>
</file>